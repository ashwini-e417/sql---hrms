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Human Resource Management System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- SQL Project by Ashwini Harish Poojary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28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Maintain company details</a:t>
            </a:r>
          </a:p>
          <a:p>
            <a:r>
              <a:rPr lang="en-US" dirty="0" smtClean="0"/>
              <a:t>Job vacancy details</a:t>
            </a:r>
          </a:p>
          <a:p>
            <a:r>
              <a:rPr lang="en-US" dirty="0" smtClean="0"/>
              <a:t>Candidate application track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71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521" y="1118865"/>
            <a:ext cx="6858957" cy="46202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666522" y="318052"/>
            <a:ext cx="6858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31B4E6">
                    <a:lumMod val="75000"/>
                  </a:srgbClr>
                </a:solidFill>
                <a:ea typeface="+mj-ea"/>
                <a:cs typeface="+mj-cs"/>
              </a:rPr>
              <a:t>Entity-Relationship Diagram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943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343882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</TotalTime>
  <Words>26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Wisp</vt:lpstr>
      <vt:lpstr>Human Resource Management System</vt:lpstr>
      <vt:lpstr>Problem Statement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 Management System</dc:title>
  <dc:creator>Ashwini</dc:creator>
  <cp:lastModifiedBy>Ashwini</cp:lastModifiedBy>
  <cp:revision>2</cp:revision>
  <dcterms:created xsi:type="dcterms:W3CDTF">2025-01-18T01:54:56Z</dcterms:created>
  <dcterms:modified xsi:type="dcterms:W3CDTF">2025-01-18T02:22:14Z</dcterms:modified>
</cp:coreProperties>
</file>